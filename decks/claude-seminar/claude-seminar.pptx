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3254-jevqqjcz2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3820-om3al7inh7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4332-i3vl73r7b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4848-56hgzzg7y4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5125-2216ck6ryf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5612-v358voxkh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6053-9ryjdwlzc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6496-lyngis1isf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6858-0x0pfucr6a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7129-hdpy7jytyv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7633-0x9dppxx1x1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8046-j1v2jhdnw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8539-t0j9ae4a2p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8982-pu8hr1tn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9399-xihshh2kl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69841-739w0yjy2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0272-0mxaogdpvs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0985-3ilq3i4k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1730-xmi37r4ss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2149-59pdgmvh8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2546-1l8n7xp7ym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2910-szf8z68ij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3342-2swq9pbrxn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3795-04bh32yw0vd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4072-er64q1mqk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4534-u1367e8hx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5045-4ajftnawd8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5466-tb46bbfz8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6004-b82ly0z3p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6452-dv2lwmey1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6965-zd1vto0p39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7418-saecvvqmo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7930-bb1v9xsks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8364-anosm2pw5m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8801-eoe420u2z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9091-ho6w7nueth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79554-dccym4htk5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0024-3hu2zfcjjj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0475-rpoln7do1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0975-1ecqywz4zg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1712-iu9h3dek3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2156-ab6rj2z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2621-st9j76rl4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3073-fs0j2p9tlw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3523-vrx4dfmk2q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4294-w79zu9h4fk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4732-0w5xthi4pt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5196-cz86wpztk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5684-j3rzptkqfv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6164-buxrza75z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6611-o58uam7d8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6892-8xs0avvq2f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7370-6gmjkxn7gp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7831-d9jdovcgm6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8335-ybrh989kq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8784-43emm06iy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9132-5macg8cuq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89563-o8rpo4cskf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0018-pdcm4brvn8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0460-wk0yj2ckw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0931-jg0bz9tp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1385-wri87zpkp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1707-mn0vw9q9e4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2534-0e08xkrqlyz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2987-vcv06p3e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3497-5429fzccq4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3972-q4czlrrcat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4433-hrk9ufw2m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4885-lf2pksheq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5209-3bz7kb48f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5640-dl7m2xe6b9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6084-7gnp5nicc8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6524-qsp0i79x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7002-c71447cwev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7448-up2eqwbsd5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7907-eg15j1462t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8371-l3crlol0zv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8873-jttaasyc3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9330-9kayyansu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299828-3cihj5m0u4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0106-l9wt3vu9n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0583-pv5yr60yk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1024-veqctmx2l6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1478-rezh8k5jw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1935-9zf71rai2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2442-0u78g3ini3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2876-f07pog5jq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3309-80vqqfd9rk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3592-xwedtig8c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4030-4zrmyeeswd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4485-yc65rylo8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5017-9hhnokpbm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5360-rgohvfdn8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5703-xyxy3koj4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60306159-r05q803l2r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2026-05-07T13:25:06Z</dcterms:created>
  <dcterms:modified xsi:type="dcterms:W3CDTF">2026-05-07T13:25:06Z</dcterms:modified>
</cp:coreProperties>
</file>