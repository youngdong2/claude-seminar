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notesMasterIdLst>
    <p:notesMasterId r:id="rId9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notesMaster" Target="notesMasters/notesMaster1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Relationship Id="rId10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1075-qhbw62z3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1468-jax1vwyid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1773-h5ntprdk9l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2198-j0e230vc5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2673-umrfrmt1mw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3067-rvqwq45fh1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3419-7hjsfwm6k7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3726-2277uxn5qbi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4171-o0zmw6civ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4533-cx13jqafd9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4916-4rl3kpslg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5327-efhwsbhw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5629-rs90soxij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5980-vcvg7dplph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6343-hbeyxu344n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6776-ulg0wsbsl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7173-lgkg4oj3r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7541-eoi45s19ny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7896-s7wt13de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8261-5tbgvh73w7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8676-5zdte3hs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9140-rii0sk0rm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9548-94ndbtp0iq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49923-i4w85p7q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0363-sfqa81f0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0661-zhx2pnv0l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1084-gb5gwsqbjd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1527-f2jc0ql4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1978-bf92zw17yx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2478-6fpr4g4kz2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2905-af6hurtbf7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3347-7a0duqzv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3765-24xh560i6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4199-tdpb9bvu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4611-r7vhj8f0nj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4981-ux4o1uou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5391-9m2w5d7l5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5775-qp38vo2fmc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6085-43d1dr6tr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6484-8hc6fzf43h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6914-r8z4w93ii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7327-biv2r2o38s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7794-avasjp05z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8210-llohglnvgp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8631-5ygia1lh3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9052-qk6horb1w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9480-435m7lsvt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59934-76m7xy11j6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0374-6aelqugswj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0788-xwqpza3f0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1215-kps7e77f8y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1652-wsmb1y2g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2087-dkilp65d41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2516-15gaoz2zx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2955-a8ct9f76k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3386-w114cg7d8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3834-94ccj66vq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4291-vamk4bub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4708-xhti2grb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5046-yqyf7o2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5474-ly8gbenvu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5909-yqt62eiyxm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6314-c89n77vje0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6748-bk4yo5nlq6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7200-j372eakwf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7510-g7hftqlgyy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8006-fp9es2w0u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8440-x8dd5ongn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8852-rivjn49k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9304-bj7e0kcoc9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69750-u5noe52f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0173-5p9x6x9gj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0596-wuv3fz5y2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0896-xzhbmv463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1322-e3gn2hg0o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1755-ynlvjhwdhx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2192-ydv2wesu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2616-uluns1w0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3116-zjzdju5xq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3531-zzymwyc8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3967-jfv0iiuc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4281-b5uk1fbf0n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4690-dv829e53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5097-ckrpimj73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5678-6caobps9go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6159-k5bx8ek1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6587-1r7zy6thcv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6904-zjwlko5md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7334-hczz36o9s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7761-tce8mq9mq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8194-qav99zhvw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8695-xxrc01n9d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9150-c9id6vgtb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9580-15qgxwos4j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79876-yh04xypwb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g/ptjy64v55g9cmyc82gy0smfh0000gn/T/slide-1775369480220-xo9lma8px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2026-04-05T06:11:20Z</dcterms:created>
  <dcterms:modified xsi:type="dcterms:W3CDTF">2026-04-05T06:11:20Z</dcterms:modified>
</cp:coreProperties>
</file>