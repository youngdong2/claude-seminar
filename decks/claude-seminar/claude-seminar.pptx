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</p:sldIdLst>
  <p:notesMasterIdLst>
    <p:notesMasterId r:id="rId9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notesMaster" Target="notesMasters/notesMaster1.xml"/><Relationship Id="rId98" Type="http://schemas.openxmlformats.org/officeDocument/2006/relationships/presProps" Target="presProps.xml"/><Relationship Id="rId99" Type="http://schemas.openxmlformats.org/officeDocument/2006/relationships/viewProps" Target="viewProps.xml"/><Relationship Id="rId100" Type="http://schemas.openxmlformats.org/officeDocument/2006/relationships/theme" Target="theme/theme1.xml"/><Relationship Id="rId10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16972-bm4b6gm3es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17343-40qayiib7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17607-m2p7lmopt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17874-dwihsiqen0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18092-invje9c5mm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18371-b4eglzsuvh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18643-mf56ahdn8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18882-wqjurleoop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19104-62ggeasvv4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19318-1xlxb6o5zf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19589-g6hbancoe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19842-dncm8uj1f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0088-3bix49ah5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0337-p9d6lm74v3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0549-e95k8rp8zz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0808-q45bxetkq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1054-btnwpn87h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1311-z5z54qv2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1570-96eejimv9n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1801-sglw6qqrr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2035-9qq485ppfh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2280-tuixjb5jj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2541-5vn7iesei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2792-ouxzmiv2n1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3004-v1hg4340yn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3247-iw6lfc3vh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3512-1srk4xhhzi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3753-nwddggdzr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4028-m825x083y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4281-eom965ggap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4574-8dddomymo9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4873-lwkt1jyfw3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5130-4643knzf5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5410-uzoqi2e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5658-e4t0nycunv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5872-01kl8posx5l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6150-dcx20mefo5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6430-6k9kuedjt7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6722-hr3jsslnj7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7044-0etpj9a4tl7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7313-q02h8cavb2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7573-fvjk76tis1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7840-a5xv07qy1y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8181-pkjhw4eyh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8448-dl52ihrg9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8716-00i0wci1bn8r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9000-0v4bywp8kog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9270-mnmpczz42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9551-drp9jblw7i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29833-cn1roeh22w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0116-terhen4k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0330-4vp9rf7o8d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0602-prqqymvv5r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0956-7ndjupxhqy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1230-nrckbjii5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1501-ku49h77k4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1722-qib3n1cct3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1989-6p0ki6urlz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2255-awoh5y59br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2533-dccuosiz7x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2795-ucxipdiu1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3064-qojavtxjm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3270-az30xmf5z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3564-bmda2fhond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3818-exdw0635k9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4097-crk2mi6f5t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4377-hyxbah6rb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4650-fjc5gi8orx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4965-eup1o99um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5181-awb2wlu51f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5432-m20fknoo7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5734-x0rqwmqrp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6006-r67xu3ca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6274-010lpxqqc7p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6544-yur55hfz9p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6824-obphbgaasg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7076-xvkrmh5fod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7362-gi4dod2log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7624-poit1gmklq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7890-rvbksdmkf9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8086-7k7aqnz8e4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8349-92qgc5oj98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8616-antbvqtb9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8947-1tshdhr7q3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9213-hie6pm4zkw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9505-u6ds4kksjl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39770-9mqk80oyq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40025-jc4odh1uv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40231-tsdn5ew3d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40506-3lf9mw0xm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40776-io8k392f3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41049-35fvbtnq15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41275-18s5kvkys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41502-4ful9a3d6t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cm/1pjzglgd6p13jzb175r58t3c0000gn/T/slide-1778151541774-rgndwi3b17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95</Slides>
  <Notes>95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95</vt:i4>
      </vt:variant>
    </vt:vector>
  </HeadingPairs>
  <TitlesOfParts>
    <vt:vector size="9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2026-05-07T10:59:01Z</dcterms:created>
  <dcterms:modified xsi:type="dcterms:W3CDTF">2026-05-07T10:59:01Z</dcterms:modified>
</cp:coreProperties>
</file>