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1637-i1psderjb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2189-swonza66t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2734-mzglpk6jr2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3233-pqxwb2294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3520-f3zrgx1i5w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4016-r5cog2jzw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4441-yh7969hu6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4855-8me8pz0v3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5220-632bsgjjln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5500-4til9w2vr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6003-ci7fjkfh4q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6403-uix8gdv3y7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6899-ri9kcndaof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7341-j5ktovmijb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7665-adzcgmgyv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8103-j0edglpzd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8523-f9rsqswwl1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8964-zcdmhgk3w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79706-424gpa3rm1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0081-898knjz7n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0448-4surgws87i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0806-mqfsoh6yb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1257-92hgdvbvr6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1690-kdfhd3qvdt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1975-1rik7pzh2w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2405-1a6p87xjvz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2902-lbrvlb1ly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3318-freysl6s3u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3831-pj638mvi40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4261-0jyhbt0oamv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4782-yybpzpk7w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5240-sx57ihmbd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5676-4xw5g5dg4t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6108-bmrkvanow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6534-w31a2cjhz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6813-dupqcn8lgc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7232-09mrzhy1q65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7677-z3dmfqjk0m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8129-ypne9d8bx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8635-bqy73z6dki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9084-jox02qip2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89559-mx58mx74ay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0013-a1jicwswa6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0452-4mu6mk7i5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0889-fq9kj76ln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1341-fmtr4hax2z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1797-80qvbb2mg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2257-vt72wnqdn2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2743-1fd11giyba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3195-8mkqqt3dfw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3659-2k0qc5vrn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3955-yythtjf1j3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4410-yht9m91ym1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4856-egs24duzyb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5378-b3n351gj8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5828-cmrw1nuhbh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6188-cwlt6r6bj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6638-pez06m7pf0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7095-v5gnihjrvd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7579-z3nksbcnhy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8035-k9pcf7j0c1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8466-jlbmrnhmc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8734-4a4i3cegv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9246-e1vbmy73t9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8999689-rhrgwvmbv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0202-ia50nbpvh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0659-dmosoh3yi1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1124-apns2fhk6g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1573-9dmbe7s055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1862-v22ovw44xn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2298-kt33kk2nl5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2739-48h4jhtxl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3198-j3wmqnb50x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3638-3gejjnixb4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4077-x0ly46xmm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4529-5vctbek4vb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4972-qphoc5jdh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5418-bgga8wkj1z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5870-oqbjnqwrl2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6296-ok0yo3wph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6586-e29pb2ptoq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7088-902a010ac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7539-4gxcvlhtj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7995-bg03g3vqgg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8451-vxcoryozg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8889-xmult1rw1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9329-w3lbqrxnbi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09769-nfvsgoxhm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0073-ci4ml3ixv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0544-lhhb3k96t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1006-0v0o3fpksp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1540-cyrrn83ihd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1886-3bwhix1a0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2242-z4joyovk36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9012693-15ryugrht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2026-05-07T13:03:32Z</dcterms:created>
  <dcterms:modified xsi:type="dcterms:W3CDTF">2026-05-07T13:03:32Z</dcterms:modified>
</cp:coreProperties>
</file>